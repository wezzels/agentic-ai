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45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8FAFC"/>
                </a:solidFill>
              </a:defRPr>
            </a:pPr>
            <a:r>
              <a:t>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3B82F6"/>
                </a:solidFill>
              </a:defRPr>
            </a:pPr>
            <a:r>
              <a:t>CYBER DIVISION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748B"/>
                </a:solidFill>
              </a:defRPr>
            </a:pPr>
            <a:r>
              <a:t>Autonomous Security Agents for Enterprise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🛡️  🔍  ⚔️  🦠  🔐  ☁️  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748B"/>
                </a:solidFill>
              </a:defRPr>
            </a:pPr>
            <a:r>
              <a:t>Presented by Agentic AI |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172A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/>
            </a:pPr>
            <a:r>
              <a:t>🎯 Mission: Autonomous cybersecurity agents that detect, analyze, and respond to threats 24/7</a:t>
            </a:r>
          </a:p>
          <a:p>
            <a:pPr>
              <a:spcAft>
                <a:spcPts val="2000"/>
              </a:spcAft>
              <a:defRPr sz="2400"/>
            </a:pPr>
            <a:r>
              <a:t>🤖 Technology: AI-powered security operations with human-level reasoning and decision-making</a:t>
            </a:r>
          </a:p>
          <a:p>
            <a:pPr>
              <a:spcAft>
                <a:spcPts val="2000"/>
              </a:spcAft>
            </a:pPr>
          </a:p>
          <a:p>
            <a:pPr>
              <a:spcAft>
                <a:spcPts val="2000"/>
              </a:spcAft>
              <a:defRPr sz="2400"/>
            </a:pPr>
            <a:r>
              <a:t>📊 Scale: 6 specialized agents covering the complete security lifecycle</a:t>
            </a:r>
          </a:p>
          <a:p>
            <a:pPr>
              <a:spcAft>
                <a:spcPts val="2000"/>
              </a:spcAft>
            </a:pPr>
          </a:p>
          <a:p>
            <a:pPr>
              <a:spcAft>
                <a:spcPts val="2000"/>
              </a:spcAft>
              <a:defRPr sz="2400"/>
            </a:pPr>
            <a:r>
              <a:t>⚡ Speed: Reduce mean time to respond (MTTR) by 60-80%</a:t>
            </a:r>
          </a:p>
          <a:p>
            <a:pPr>
              <a:spcAft>
                <a:spcPts val="2000"/>
              </a:spcAft>
            </a:pPr>
          </a:p>
          <a:p>
            <a:pPr>
              <a:spcAft>
                <a:spcPts val="2000"/>
              </a:spcAft>
              <a:defRPr sz="2400"/>
            </a:pPr>
            <a:r>
              <a:t>💰 Value: Lower operational costs while improving security posture</a:t>
            </a:r>
          </a:p>
          <a:p>
            <a:pPr>
              <a:spcAft>
                <a:spcPts val="2000"/>
              </a:spcAft>
            </a:pPr>
          </a:p>
          <a:p>
            <a:pPr>
              <a:spcAft>
                <a:spcPts val="2000"/>
              </a:spcAft>
              <a:defRPr sz="2400"/>
            </a:pPr>
            <a:r>
              <a:t>🔗 Integration: Seamless integration with existing SIEM, SOAR, and cloud platforms</a:t>
            </a:r>
          </a:p>
          <a:p>
            <a:pPr>
              <a:spcAft>
                <a:spcPts val="2000"/>
              </a:spcAft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Cyber Division Agents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1645920"/>
          </a:xfrm>
          <a:prstGeom prst="roundRect">
            <a:avLst/>
          </a:prstGeom>
          <a:solidFill>
            <a:srgbClr val="3B82F6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/>
            </a:pPr>
            <a:r>
              <a:t>🛡️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737360"/>
            <a:ext cx="3840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SOC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Security Operations Center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79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0F172A"/>
                </a:solidFill>
              </a:defRPr>
            </a:pPr>
            <a:r>
              <a:t>⚡ 12 Capabilities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1645920"/>
          </a:xfrm>
          <a:prstGeom prst="roundRect">
            <a:avLst/>
          </a:prstGeom>
          <a:solidFill>
            <a:srgbClr val="10B981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/>
            </a:pPr>
            <a: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737360"/>
            <a:ext cx="3840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VulnMan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37744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Vulnerability Management Lifecycle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79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0F172A"/>
                </a:solidFill>
              </a:defRPr>
            </a:pPr>
            <a:r>
              <a:t>⚡ 10 Capabilities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108960"/>
            <a:ext cx="5486400" cy="1645920"/>
          </a:xfrm>
          <a:prstGeom prst="roundRect">
            <a:avLst/>
          </a:prstGeom>
          <a:solidFill>
            <a:srgbClr val="EF4444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383279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/>
            </a:pPr>
            <a:r>
              <a:t>⚔️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474720"/>
            <a:ext cx="3840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RedTeam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1148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Adversary Simulation &amp;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062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0F172A"/>
                </a:solidFill>
              </a:defRPr>
            </a:pPr>
            <a:r>
              <a:t>⚡ 10 Capabilities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108960"/>
            <a:ext cx="5486400" cy="1645920"/>
          </a:xfrm>
          <a:prstGeom prst="roundRect">
            <a:avLst/>
          </a:prstGeom>
          <a:solidFill>
            <a:srgbClr val="A855F7"/>
          </a:solidFill>
          <a:ln w="381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383279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/>
            </a:pPr>
            <a:r>
              <a:t>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474720"/>
            <a:ext cx="3840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Malware Analysis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41148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Reverse Engineering &amp; Threat Intel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2062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0F172A"/>
                </a:solidFill>
              </a:defRPr>
            </a:pPr>
            <a:r>
              <a:t>⚡ 10 Capabilities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846320"/>
            <a:ext cx="5486400" cy="1645920"/>
          </a:xfrm>
          <a:prstGeom prst="roundRect">
            <a:avLst/>
          </a:prstGeom>
          <a:solidFill>
            <a:srgbClr val="F59E0B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2064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/>
            </a:pPr>
            <a:r>
              <a:t>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212080"/>
            <a:ext cx="3840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Security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85216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Threat Detection &amp; Pattern Matching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94360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0F172A"/>
                </a:solidFill>
              </a:defRPr>
            </a:pPr>
            <a:r>
              <a:t>⚡ 12 Capabilities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846320"/>
            <a:ext cx="5486400" cy="1645920"/>
          </a:xfrm>
          <a:prstGeom prst="roundRect">
            <a:avLst/>
          </a:prstGeom>
          <a:solidFill>
            <a:srgbClr val="06B6D4"/>
          </a:solidFill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512064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/>
            </a:pPr>
            <a:r>
              <a:t>☁️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5212080"/>
            <a:ext cx="3840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CloudSecurity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585216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Multi-Cloud Security Posture Mgmt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94360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0F172A"/>
                </a:solidFill>
              </a:defRPr>
            </a:pPr>
            <a:r>
              <a:t>⚡ 10 Capabilities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7560" y="6583680"/>
            <a:ext cx="5486400" cy="1645920"/>
          </a:xfrm>
          <a:prstGeom prst="roundRect">
            <a:avLst/>
          </a:prstGeom>
          <a:solidFill>
            <a:srgbClr val="0F172A"/>
          </a:solidFill>
          <a:ln w="381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11879" y="68580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/>
            </a:pPr>
            <a:r>
              <a:t>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949440"/>
            <a:ext cx="3840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KaliAgent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758952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Kali Linux Tool Orchestration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11879" y="768096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0F172A"/>
                </a:solidFill>
              </a:defRPr>
            </a:pPr>
            <a:r>
              <a:t>⚡ 600 Capabilities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🛡️ SOC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F172A"/>
                </a:solidFill>
              </a:defRPr>
            </a:pPr>
            <a:r>
              <a:t>Automates SIEM integration, alert triage, incident response, and threat hunting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Key Capabilities: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Automated alert triage and correlation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Incident lifecycle management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Threat hunting query automation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SIEM integration (Splunk, ELK, QRadar)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Playbook execution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MTTR reduction by 60%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286000"/>
            <a:ext cx="3502152" cy="41148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468880"/>
            <a:ext cx="313639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</a:defRPr>
            </a:pPr>
            <a:r>
              <a:t>Performance Metrics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Alerts Day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500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Auto Triage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75%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Mttr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45min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🔍 VulnMan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F172A"/>
                </a:solidFill>
              </a:defRPr>
            </a:pPr>
            <a:r>
              <a:t>Manages vulnerability scanning, CVE tracking, patch management, and remediation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Key Capabilities: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Automated vulnerability scanning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CVSS score calculation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Patch management automation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Risk-based prioritization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Remediation workflow tracking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Compliance reporting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286000"/>
            <a:ext cx="3502152" cy="41148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468880"/>
            <a:ext cx="313639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Performance Metrics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Scans Month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150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Vulns Tracked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2500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Patch Rate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92%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⚔️ RedTeam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F172A"/>
                </a:solidFill>
              </a:defRPr>
            </a:pPr>
            <a:r>
              <a:t>Automates penetration testing, exploit simulation, adversary emulation, and attack path discovery.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F4444"/>
                </a:solidFill>
              </a:defRPr>
            </a:pPr>
            <a:r>
              <a:t>Key Capabilities: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MITRE ATT&amp;CK mapping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Automated penetration testing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Attack path discovery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Credential harvesting simulation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Purple team exercises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Finding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286000"/>
            <a:ext cx="3502152" cy="41148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468880"/>
            <a:ext cx="313639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F4444"/>
                </a:solidFill>
              </a:defRPr>
            </a:pPr>
            <a:r>
              <a:t>Performance Metrics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Engagements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25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Attack Paths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180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Findings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450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🦠 Malware Analysis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F172A"/>
                </a:solidFill>
              </a:defRPr>
            </a:pPr>
            <a:r>
              <a:t>Performs malware triage, static/dynamic analysis, reverse engineering, and IOC extraction.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A855F7"/>
                </a:solidFill>
              </a:defRPr>
            </a:pPr>
            <a:r>
              <a:t>Key Capabilities: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Automated malware triage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Static and dynamic analysis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YARA rule generation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IOC extraction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Sandbox integration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Threat intelligence enrichment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286000"/>
            <a:ext cx="3502152" cy="41148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468880"/>
            <a:ext cx="313639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855F7"/>
                </a:solidFill>
              </a:defRPr>
            </a:pPr>
            <a:r>
              <a:t>Performance Metrics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Samples Analyzed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1200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Yara Rules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85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Iocs Extracted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5000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🔐 Security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F172A"/>
                </a:solidFill>
              </a:defRPr>
            </a:pPr>
            <a:r>
              <a:t>Provides security scanning, vulnerability assessment, incident response, and policy enforcement.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Key Capabilities: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Code security scanning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Secrets detection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Threat pattern matching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Incident response automation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Policy enforcement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Security metrics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286000"/>
            <a:ext cx="3502152" cy="41148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468880"/>
            <a:ext cx="313639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Performance Metrics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Scans Day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200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Patterns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98+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Secrets Found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340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☁️ CloudSecurity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F172A"/>
                </a:solidFill>
              </a:defRPr>
            </a:pPr>
            <a:r>
              <a:t>Monitors cloud security posture, compliance checking, and misconfiguration detection across AWS, Azure, GCP.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B6D4"/>
                </a:solidFill>
              </a:defRPr>
            </a:pPr>
            <a:r>
              <a:t>Key Capabilities: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Multi-cloud support (AWS, Azure, GCP)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CIS benchmark compliance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Misconfiguration detection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Automated remediation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Cost optimization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Continuous monitoring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286000"/>
            <a:ext cx="3502152" cy="41148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468880"/>
            <a:ext cx="313639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6B6D4"/>
                </a:solidFill>
              </a:defRPr>
            </a:pPr>
            <a:r>
              <a:t>Performance Metrics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Accounts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45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Resources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12000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Compliance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87%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💀 KaliAgent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F172A"/>
                </a:solidFill>
              </a:defRPr>
            </a:pPr>
            <a:r>
              <a:t>Full Kali Linux integration with 600+ penetration testing tools including Metasploit, Nmap, Burp Suite, and more.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Key Capabilities: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600+ Kali tools integrated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Metasploit Framework RPC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4-tier authorization system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Automated reporting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Output parsing (XML, JSON, CSV)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Safety controls &amp; dry-run mode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286000"/>
            <a:ext cx="3502152" cy="41148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468880"/>
            <a:ext cx="313639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Performance Metrics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Tools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600+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Categories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14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Metasploit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Full RPC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Capabilities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417320"/>
                <a:gridCol w="1417320"/>
                <a:gridCol w="1417320"/>
                <a:gridCol w="1417320"/>
                <a:gridCol w="1417320"/>
                <a:gridCol w="14173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t>SOC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t>VulnMan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t>RedTeam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t>Malware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t>Security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t>CloudSec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Threat Detection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Vulnerability Mgmt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Incident Response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Penetration Testing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Malware Analysis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Cloud Security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Compliance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Automation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Reporting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Integration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MITRE ATT&amp;CK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3B82F6"/>
                </a:solidFill>
              </a:defRPr>
            </a:pPr>
            <a:r>
              <a:t>🎯 Initial Access</a:t>
            </a:r>
          </a:p>
          <a:p>
            <a:pPr>
              <a:spcAft>
                <a:spcPts val="1500"/>
              </a:spcAft>
              <a:defRPr sz="1600">
                <a:solidFill>
                  <a:srgbClr val="0F172A"/>
                </a:solidFill>
              </a:defRPr>
            </a:pPr>
            <a:r>
              <a:t>   RedTeam: Phishing, exploitation, valid accounts</a:t>
            </a:r>
          </a:p>
          <a:p>
            <a:pPr>
              <a:spcAft>
                <a:spcPts val="500"/>
              </a:spcAft>
              <a:defRPr sz="2000" b="1">
                <a:solidFill>
                  <a:srgbClr val="3B82F6"/>
                </a:solidFill>
              </a:defRPr>
            </a:pPr>
            <a:r>
              <a:t>⚙️ Execution</a:t>
            </a:r>
          </a:p>
          <a:p>
            <a:pPr>
              <a:spcAft>
                <a:spcPts val="1500"/>
              </a:spcAft>
              <a:defRPr sz="1600">
                <a:solidFill>
                  <a:srgbClr val="0F172A"/>
                </a:solidFill>
              </a:defRPr>
            </a:pPr>
            <a:r>
              <a:t>   RedTeam: Command-line, scripting, scheduled tasks</a:t>
            </a:r>
          </a:p>
          <a:p>
            <a:pPr>
              <a:spcAft>
                <a:spcPts val="500"/>
              </a:spcAft>
              <a:defRPr sz="2000" b="1">
                <a:solidFill>
                  <a:srgbClr val="3B82F6"/>
                </a:solidFill>
              </a:defRPr>
            </a:pPr>
            <a:r>
              <a:t>🔄 Persistence</a:t>
            </a:r>
          </a:p>
          <a:p>
            <a:pPr>
              <a:spcAft>
                <a:spcPts val="1500"/>
              </a:spcAft>
              <a:defRPr sz="1600">
                <a:solidFill>
                  <a:srgbClr val="0F172A"/>
                </a:solidFill>
              </a:defRPr>
            </a:pPr>
            <a:r>
              <a:t>   RedTeam: Registry, scheduled tasks, accounts</a:t>
            </a:r>
          </a:p>
          <a:p>
            <a:pPr>
              <a:spcAft>
                <a:spcPts val="500"/>
              </a:spcAft>
              <a:defRPr sz="2000" b="1">
                <a:solidFill>
                  <a:srgbClr val="3B82F6"/>
                </a:solidFill>
              </a:defRPr>
            </a:pPr>
            <a:r>
              <a:t>🔐 Privilege Escalation</a:t>
            </a:r>
          </a:p>
          <a:p>
            <a:pPr>
              <a:spcAft>
                <a:spcPts val="1500"/>
              </a:spcAft>
              <a:defRPr sz="1600">
                <a:solidFill>
                  <a:srgbClr val="0F172A"/>
                </a:solidFill>
              </a:defRPr>
            </a:pPr>
            <a:r>
              <a:t>   RedTeam: Exploits, token manipulation</a:t>
            </a:r>
          </a:p>
          <a:p>
            <a:pPr>
              <a:spcAft>
                <a:spcPts val="500"/>
              </a:spcAft>
              <a:defRPr sz="2000" b="1">
                <a:solidFill>
                  <a:srgbClr val="3B82F6"/>
                </a:solidFill>
              </a:defRPr>
            </a:pPr>
            <a:r>
              <a:t>👤 Defense Evasion</a:t>
            </a:r>
          </a:p>
          <a:p>
            <a:pPr>
              <a:spcAft>
                <a:spcPts val="1500"/>
              </a:spcAft>
              <a:defRPr sz="1600">
                <a:solidFill>
                  <a:srgbClr val="0F172A"/>
                </a:solidFill>
              </a:defRPr>
            </a:pPr>
            <a:r>
              <a:t>   RedTeam: Obfuscation, timestomping, masquerading</a:t>
            </a:r>
          </a:p>
          <a:p>
            <a:pPr>
              <a:spcAft>
                <a:spcPts val="500"/>
              </a:spcAft>
              <a:defRPr sz="2000" b="1">
                <a:solidFill>
                  <a:srgbClr val="3B82F6"/>
                </a:solidFill>
              </a:defRPr>
            </a:pPr>
            <a:r>
              <a:t>🔑 Credential Access</a:t>
            </a:r>
          </a:p>
          <a:p>
            <a:pPr>
              <a:spcAft>
                <a:spcPts val="1500"/>
              </a:spcAft>
              <a:defRPr sz="1600">
                <a:solidFill>
                  <a:srgbClr val="0F172A"/>
                </a:solidFill>
              </a:defRPr>
            </a:pPr>
            <a:r>
              <a:t>   RedTeam: OS credential dumping, brute force</a:t>
            </a:r>
          </a:p>
          <a:p>
            <a:pPr>
              <a:spcAft>
                <a:spcPts val="500"/>
              </a:spcAft>
              <a:defRPr sz="2000" b="1">
                <a:solidFill>
                  <a:srgbClr val="3B82F6"/>
                </a:solidFill>
              </a:defRPr>
            </a:pPr>
            <a:r>
              <a:t>📊 Discovery</a:t>
            </a:r>
          </a:p>
          <a:p>
            <a:pPr>
              <a:spcAft>
                <a:spcPts val="1500"/>
              </a:spcAft>
              <a:defRPr sz="1600">
                <a:solidFill>
                  <a:srgbClr val="0F172A"/>
                </a:solidFill>
              </a:defRPr>
            </a:pPr>
            <a:r>
              <a:t>   RedTeam: System info, network services, files</a:t>
            </a:r>
          </a:p>
          <a:p>
            <a:pPr>
              <a:spcAft>
                <a:spcPts val="500"/>
              </a:spcAft>
              <a:defRPr sz="2000" b="1">
                <a:solidFill>
                  <a:srgbClr val="3B82F6"/>
                </a:solidFill>
              </a:defRPr>
            </a:pPr>
            <a:r>
              <a:t>↔️ Lateral Movement</a:t>
            </a:r>
          </a:p>
          <a:p>
            <a:pPr>
              <a:spcAft>
                <a:spcPts val="1500"/>
              </a:spcAft>
              <a:defRPr sz="1600">
                <a:solidFill>
                  <a:srgbClr val="0F172A"/>
                </a:solidFill>
              </a:defRPr>
            </a:pPr>
            <a:r>
              <a:t>   RedTeam: Remote services, internal spearphishing</a:t>
            </a:r>
          </a:p>
          <a:p>
            <a:pPr>
              <a:spcAft>
                <a:spcPts val="500"/>
              </a:spcAft>
              <a:defRPr sz="2000" b="1">
                <a:solidFill>
                  <a:srgbClr val="3B82F6"/>
                </a:solidFill>
              </a:defRPr>
            </a:pPr>
            <a:r>
              <a:t>🎭 Collection</a:t>
            </a:r>
          </a:p>
          <a:p>
            <a:pPr>
              <a:spcAft>
                <a:spcPts val="1500"/>
              </a:spcAft>
              <a:defRPr sz="1600">
                <a:solidFill>
                  <a:srgbClr val="0F172A"/>
                </a:solidFill>
              </a:defRPr>
            </a:pPr>
            <a:r>
              <a:t>   Malware: Data staging, screen capture, keylogging</a:t>
            </a:r>
          </a:p>
          <a:p>
            <a:pPr>
              <a:spcAft>
                <a:spcPts val="500"/>
              </a:spcAft>
              <a:defRPr sz="2000" b="1">
                <a:solidFill>
                  <a:srgbClr val="3B82F6"/>
                </a:solidFill>
              </a:defRPr>
            </a:pPr>
            <a:r>
              <a:t>📡 Command &amp; Control</a:t>
            </a:r>
          </a:p>
          <a:p>
            <a:pPr>
              <a:spcAft>
                <a:spcPts val="1500"/>
              </a:spcAft>
              <a:defRPr sz="1600">
                <a:solidFill>
                  <a:srgbClr val="0F172A"/>
                </a:solidFill>
              </a:defRPr>
            </a:pPr>
            <a:r>
              <a:t>   Malware: Application layer, encrypted channels</a:t>
            </a:r>
          </a:p>
          <a:p>
            <a:pPr>
              <a:spcAft>
                <a:spcPts val="500"/>
              </a:spcAft>
              <a:defRPr sz="2000" b="1">
                <a:solidFill>
                  <a:srgbClr val="3B82F6"/>
                </a:solidFill>
              </a:defRPr>
            </a:pPr>
            <a:r>
              <a:t>🎯 Impact</a:t>
            </a:r>
          </a:p>
          <a:p>
            <a:pPr>
              <a:spcAft>
                <a:spcPts val="1500"/>
              </a:spcAft>
              <a:defRPr sz="1600">
                <a:solidFill>
                  <a:srgbClr val="0F172A"/>
                </a:solidFill>
              </a:defRPr>
            </a:pPr>
            <a:r>
              <a:t>   Malware: Data destruction, encryption, resource hijacking</a:t>
            </a:r>
          </a:p>
          <a:p>
            <a:pPr>
              <a:spcAft>
                <a:spcPts val="500"/>
              </a:spcAft>
              <a:defRPr sz="2000" b="1">
                <a:solidFill>
                  <a:srgbClr val="3B82F6"/>
                </a:solidFill>
              </a:defRPr>
            </a:pPr>
            <a:r>
              <a:t>🔍 Detection</a:t>
            </a:r>
          </a:p>
          <a:p>
            <a:pPr>
              <a:spcAft>
                <a:spcPts val="1500"/>
              </a:spcAft>
              <a:defRPr sz="1600">
                <a:solidFill>
                  <a:srgbClr val="0F172A"/>
                </a:solidFill>
              </a:defRPr>
            </a:pPr>
            <a:r>
              <a:t>   SOC: Anomaly detection, correlation, alerting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Business Value Proposition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2560320"/>
          </a:xfrm>
          <a:prstGeom prst="roundRect">
            <a:avLst/>
          </a:prstGeom>
          <a:solidFill>
            <a:srgbClr val="3B82F6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💰 Cost Reduction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• 60-80% reduction in manual triage time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• Lower operational overhead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• Reduced incident response costs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486400" cy="2560320"/>
          </a:xfrm>
          <a:prstGeom prst="roundRect">
            <a:avLst/>
          </a:prstGeom>
          <a:solidFill>
            <a:srgbClr val="10B981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⚡ Speed &amp; Efficiency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2860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• 24/7 autonomous operations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• 60% faster MTTR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• Continuous monitoring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5486400" cy="2560320"/>
          </a:xfrm>
          <a:prstGeom prst="roundRect">
            <a:avLst/>
          </a:prstGeom>
          <a:solidFill>
            <a:srgbClr val="EF4444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29768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F4444"/>
                </a:solidFill>
              </a:defRPr>
            </a:pPr>
            <a:r>
              <a:t>🛡️ Risk Mitigation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• Proactive threat hunting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• Continuous vulnerability management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• Compliance automation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486400" cy="2560320"/>
          </a:xfrm>
          <a:prstGeom prst="roundRect">
            <a:avLst/>
          </a:prstGeom>
          <a:solidFill>
            <a:srgbClr val="A855F7"/>
          </a:solidFill>
          <a:ln w="381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29768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A855F7"/>
                </a:solidFill>
              </a:defRPr>
            </a:pPr>
            <a:r>
              <a:t>📈 Scalability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50292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• Handle 10x alert volume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• Multi-cloud support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• Enterprise-grade reliability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Implementation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194560" cy="5029200"/>
          </a:xfrm>
          <a:prstGeom prst="rect">
            <a:avLst/>
          </a:prstGeom>
          <a:solidFill>
            <a:srgbClr val="3B82F6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55448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Phase 1</a:t>
            </a:r>
            <a:br/>
            <a:r>
              <a:t>Weeks 1-2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Discovery &amp;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926080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Requirements gathering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Environment setup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Integration planning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97480" y="3657600"/>
            <a:ext cx="365760" cy="4572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88920" y="1371600"/>
            <a:ext cx="2194560" cy="5029200"/>
          </a:xfrm>
          <a:prstGeom prst="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55448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Phase 2</a:t>
            </a:r>
            <a:br/>
            <a:r>
              <a:t>Weeks 3-6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28600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Core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926080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SOC + Security agents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SIEM integration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Alert automation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029200" y="3657600"/>
            <a:ext cx="365760" cy="4572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0" y="1371600"/>
            <a:ext cx="2194560" cy="5029200"/>
          </a:xfrm>
          <a:prstGeom prst="rect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155448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Phase 3</a:t>
            </a:r>
            <a:br/>
            <a:r>
              <a:t>Weeks 7-10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28600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Advanced Capabilities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926080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VulnMan + CloudSecurity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Vulnerability workflows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Cloud monitoring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360920" y="3657600"/>
            <a:ext cx="365760" cy="4572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52359" y="1371600"/>
            <a:ext cx="2194560" cy="5029200"/>
          </a:xfrm>
          <a:prstGeom prst="rect">
            <a:avLst/>
          </a:prstGeom>
          <a:solidFill>
            <a:srgbClr val="EF4444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19" y="155448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Phase 4</a:t>
            </a:r>
            <a:br/>
            <a:r>
              <a:t>Weeks 11-14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9" y="228600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Offensive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9" y="2926080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RedTeam + Malware agents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Penetration testing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Threat analysis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692639" y="3657600"/>
            <a:ext cx="365760" cy="4572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84080" y="1371600"/>
            <a:ext cx="2194560" cy="5029200"/>
          </a:xfrm>
          <a:prstGeom prst="rect">
            <a:avLst/>
          </a:prstGeom>
          <a:solidFill>
            <a:srgbClr val="A855F7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21240" y="155448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Phase 5</a:t>
            </a:r>
            <a:br/>
            <a:r>
              <a:t>Weeks 15+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228600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Optimization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2926080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Fine-tuning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Custom playbooks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Continuous improvement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1097280"/>
          </a:xfrm>
          <a:prstGeom prst="rect">
            <a:avLst/>
          </a:prstGeom>
          <a:solidFill>
            <a:srgbClr val="F8FAFC"/>
          </a:solidFill>
          <a:ln w="254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F172A"/>
                </a:solidFill>
              </a:defRPr>
            </a:pPr>
            <a:r>
              <a:t>📊 Data Sources: SIEM | Cloud APIs | Vulnerability Scanners | EDR | Network Sensors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60320"/>
            <a:ext cx="11274552" cy="2286000"/>
          </a:xfrm>
          <a:prstGeom prst="rect">
            <a:avLst/>
          </a:prstGeom>
          <a:solidFill>
            <a:srgbClr val="3B82F6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90879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🤖 Agent Layer</a:t>
            </a:r>
          </a:p>
          <a:p>
            <a:pPr algn="ctr">
              <a:spcBef>
                <a:spcPts val="1500"/>
              </a:spcBef>
              <a:defRPr sz="1600">
                <a:solidFill>
                  <a:srgbClr val="0F172A"/>
                </a:solidFill>
              </a:defRPr>
            </a:pPr>
            <a:r>
              <a:t>🛡️ SOC Agent | 🔍 VulnMan Agent | ⚔️ RedTeam Agent | 🦠 Malware Analysis Agent | 🔐 Security Agent | ☁️ CloudSecurity Agent | 💀 KaliAgent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120640"/>
            <a:ext cx="11274552" cy="1371600"/>
          </a:xfrm>
          <a:prstGeom prst="rect">
            <a:avLst/>
          </a:prstGeom>
          <a:solidFill>
            <a:srgbClr val="F8FAFC"/>
          </a:solidFill>
          <a:ln w="254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303520"/>
            <a:ext cx="109087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⚡ Automated Actions</a:t>
            </a:r>
          </a:p>
          <a:p>
            <a:pPr algn="ctr">
              <a:spcBef>
                <a:spcPts val="1000"/>
              </a:spcBef>
              <a:defRPr sz="1400">
                <a:solidFill>
                  <a:srgbClr val="64748B"/>
                </a:solidFill>
              </a:defRPr>
            </a:pPr>
            <a:r>
              <a:t>Alert Triage | Incident Response | Vulnerability Remediation | Threat Hunting | Compliance Reporting</a:t>
            </a:r>
          </a:p>
        </p:txBody>
      </p:sp>
      <p:sp>
        <p:nvSpPr>
          <p:cNvPr id="9" name="Down Arrow 8"/>
          <p:cNvSpPr/>
          <p:nvPr/>
        </p:nvSpPr>
        <p:spPr>
          <a:xfrm>
            <a:off x="5852160" y="2331720"/>
            <a:ext cx="457200" cy="22860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5852160" y="4892040"/>
            <a:ext cx="457200" cy="22860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45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8FAFC"/>
                </a:solidFill>
              </a:defRPr>
            </a:pPr>
            <a:r>
              <a:t>Ready to Transform Your Security Operations?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3B82F6"/>
                </a:solidFill>
              </a:defRPr>
            </a:pPr>
            <a:r>
              <a:t>Autonomous. Intelligent. Always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8FAFC"/>
                </a:solidFill>
              </a:defRPr>
            </a:pPr>
            <a:r>
              <a:t>🌐 https://agents.bedimsecurity.com</a:t>
            </a:r>
          </a:p>
          <a:p>
            <a:pPr algn="ctr">
              <a:spcBef>
                <a:spcPts val="1500"/>
              </a:spcBef>
              <a:defRPr sz="2000">
                <a:solidFill>
                  <a:srgbClr val="64748B"/>
                </a:solidFill>
              </a:defRPr>
            </a:pPr>
            <a:r>
              <a:t>📧 Contact us for a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607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🛡️  🔍  ⚔️  🦠  🔐  ☁️  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